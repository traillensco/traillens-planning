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 snapToObjects="1">
      <p:cViewPr varScale="1">
        <p:scale>
          <a:sx d="100" n="124"/>
          <a:sy d="100" n="124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1" Type="http://schemas.openxmlformats.org/officeDocument/2006/relationships/slideMaster" Target="slideMasters/slideMaster1.xml" /><Relationship Id="rId7" Type="http://schemas.openxmlformats.org/officeDocument/2006/relationships/printerSettings" Target="printerSettings/printerSettings1.bin" /><Relationship Id="rId8" Type="http://schemas.openxmlformats.org/officeDocument/2006/relationships/presProps" Target="presProps.xml" /><Relationship Id="rId9" Type="http://schemas.openxmlformats.org/officeDocument/2006/relationships/viewProps" Target="viewProps.xml" /><Relationship Id="rId10" Type="http://schemas.openxmlformats.org/officeDocument/2006/relationships/theme" Target="theme/theme1.xml" /><Relationship Id="rId11" Type="http://schemas.openxmlformats.org/officeDocument/2006/relationships/tableStyles" Target="tableStyles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Background Image Test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Testing Background Images</a:t>
            </a:r>
            <a:br/>
            <a:br/>
            <a:r>
              <a:rPr/>
              <a:t>TrailLens Dev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January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Welcome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presentation should have a background image.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Feature 1</a:t>
            </a:r>
          </a:p>
          <a:p>
            <a:pPr lvl="0"/>
            <a:r>
              <a:rPr/>
              <a:t>Feature 2</a:t>
            </a:r>
          </a:p>
          <a:p>
            <a:pPr lvl="0"/>
            <a:r>
              <a:rPr/>
              <a:t>Feature 3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 of presentation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Background Image Test</dc:title>
  <dc:creator>TrailLens Dev</dc:creator>
  <cp:keywords/>
  <dcterms:created xsi:type="dcterms:W3CDTF">2026-01-20T04:15:16Z</dcterms:created>
  <dcterms:modified xsi:type="dcterms:W3CDTF">2026-01-20T04:15:16Z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January 2026</vt:lpwstr>
  </property>
  <property fmtid="{D5CDD505-2E9C-101B-9397-08002B2CF9AE}" pid="3" name="subtitle">
    <vt:lpwstr>Testing Background Images</vt:lpwstr>
  </property>
</Properties>
</file>