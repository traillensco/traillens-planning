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md2pptx Test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Testing Markdown to PowerPoint</a:t>
            </a:r>
            <a:br/>
            <a:br/>
            <a:r>
              <a:rPr/>
              <a:t>TrailLens Dev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January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test presentation to validate md2pptx functionality.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Convert Markdown to PowerPoint</a:t>
            </a:r>
          </a:p>
          <a:p>
            <a:pPr lvl="0"/>
            <a:r>
              <a:rPr/>
              <a:t>Support for front matter metadata</a:t>
            </a:r>
          </a:p>
          <a:p>
            <a:pPr lvl="0"/>
            <a:r>
              <a:rPr/>
              <a:t>Background images</a:t>
            </a:r>
          </a:p>
          <a:p>
            <a:pPr lvl="0"/>
            <a:r>
              <a:rPr/>
              <a:t>Multiple aspect ratios</a:t>
            </a:r>
          </a:p>
          <a:p>
            <a:pPr lvl="0"/>
            <a:r>
              <a:rPr/>
              <a:t>Style presets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hello_world():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"Hello, World!"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First numbered item</a:t>
            </a:r>
          </a:p>
          <a:p>
            <a:pPr lvl="0" indent="-342900" marL="342900">
              <a:buAutoNum type="arabicPeriod"/>
            </a:pPr>
            <a:r>
              <a:rPr/>
              <a:t>Second numbered item</a:t>
            </a:r>
          </a:p>
          <a:p>
            <a:pPr lvl="1"/>
            <a:r>
              <a:rPr/>
              <a:t>Sub-bullet 1</a:t>
            </a:r>
          </a:p>
          <a:p>
            <a:pPr lvl="1"/>
            <a:r>
              <a:rPr/>
              <a:t>Sub-bullet 2</a:t>
            </a:r>
          </a:p>
          <a:p>
            <a:pPr lvl="0" indent="-342900" marL="342900">
              <a:buAutoNum type="arabicPeriod"/>
            </a:pPr>
            <a:r>
              <a:rPr/>
              <a:t>Third numbered item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conversion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Background images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 highlighting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md2pptx Test</dc:title>
  <dc:creator>TrailLens Dev</dc:creator>
  <cp:keywords/>
  <dcterms:created xsi:type="dcterms:W3CDTF">2026-01-20T04:14:59Z</dcterms:created>
  <dcterms:modified xsi:type="dcterms:W3CDTF">2026-01-20T04:14:59Z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January 2026</vt:lpwstr>
  </property>
  <property fmtid="{D5CDD505-2E9C-101B-9397-08002B2CF9AE}" pid="3" name="subtitle">
    <vt:lpwstr>Testing Markdown to PowerPoint</vt:lpwstr>
  </property>
</Properties>
</file>